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8" r:id="rId5"/>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3BFF41-FF3B-2142-A639-F2594708F882}" v="1" dt="2026-01-31T17:37:51.502"/>
    <p1510:client id="{B8D23FC1-9A01-4C43-810D-B206853D1915}" v="3" dt="2026-01-31T19:42:19.3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91"/>
    <p:restoredTop sz="94635"/>
  </p:normalViewPr>
  <p:slideViewPr>
    <p:cSldViewPr snapToGrid="0">
      <p:cViewPr>
        <p:scale>
          <a:sx n="82" d="100"/>
          <a:sy n="82" d="100"/>
        </p:scale>
        <p:origin x="1896" y="-3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Norniella Jamart" userId="92dcd70e170e53a7" providerId="LiveId" clId="{963EB8FB-3F3D-597D-A817-5FBE33DBCB47}"/>
    <pc:docChg chg="undo redo custSel addSld delSld modSld">
      <pc:chgData name="Paula Norniella Jamart" userId="92dcd70e170e53a7" providerId="LiveId" clId="{963EB8FB-3F3D-597D-A817-5FBE33DBCB47}" dt="2026-01-31T19:47:40.562" v="840"/>
      <pc:docMkLst>
        <pc:docMk/>
      </pc:docMkLst>
      <pc:sldChg chg="del">
        <pc:chgData name="Paula Norniella Jamart" userId="92dcd70e170e53a7" providerId="LiveId" clId="{963EB8FB-3F3D-597D-A817-5FBE33DBCB47}" dt="2026-01-31T19:38:55.616" v="710" actId="2696"/>
        <pc:sldMkLst>
          <pc:docMk/>
          <pc:sldMk cId="3205397241" sldId="256"/>
        </pc:sldMkLst>
      </pc:sldChg>
      <pc:sldChg chg="add del">
        <pc:chgData name="Paula Norniella Jamart" userId="92dcd70e170e53a7" providerId="LiveId" clId="{963EB8FB-3F3D-597D-A817-5FBE33DBCB47}" dt="2026-01-31T19:39:52.597" v="714" actId="2696"/>
        <pc:sldMkLst>
          <pc:docMk/>
          <pc:sldMk cId="220350250" sldId="257"/>
        </pc:sldMkLst>
      </pc:sldChg>
      <pc:sldChg chg="modSp mod">
        <pc:chgData name="Paula Norniella Jamart" userId="92dcd70e170e53a7" providerId="LiveId" clId="{963EB8FB-3F3D-597D-A817-5FBE33DBCB47}" dt="2026-01-31T19:47:40.562" v="840"/>
        <pc:sldMkLst>
          <pc:docMk/>
          <pc:sldMk cId="4045999932" sldId="258"/>
        </pc:sldMkLst>
        <pc:spChg chg="mod">
          <ac:chgData name="Paula Norniella Jamart" userId="92dcd70e170e53a7" providerId="LiveId" clId="{963EB8FB-3F3D-597D-A817-5FBE33DBCB47}" dt="2026-01-31T17:37:51.502" v="86"/>
          <ac:spMkLst>
            <pc:docMk/>
            <pc:sldMk cId="4045999932" sldId="258"/>
            <ac:spMk id="3" creationId="{70138B42-E335-E05D-E193-37141538289E}"/>
          </ac:spMkLst>
        </pc:spChg>
        <pc:spChg chg="mod">
          <ac:chgData name="Paula Norniella Jamart" userId="92dcd70e170e53a7" providerId="LiveId" clId="{963EB8FB-3F3D-597D-A817-5FBE33DBCB47}" dt="2026-01-31T17:51:16.991" v="709" actId="20577"/>
          <ac:spMkLst>
            <pc:docMk/>
            <pc:sldMk cId="4045999932" sldId="258"/>
            <ac:spMk id="8" creationId="{C4D1F524-44A5-F16E-9FD3-EE5EA5819EAD}"/>
          </ac:spMkLst>
        </pc:spChg>
        <pc:spChg chg="mod">
          <ac:chgData name="Paula Norniella Jamart" userId="92dcd70e170e53a7" providerId="LiveId" clId="{963EB8FB-3F3D-597D-A817-5FBE33DBCB47}" dt="2026-01-31T19:47:40.562" v="840"/>
          <ac:spMkLst>
            <pc:docMk/>
            <pc:sldMk cId="4045999932" sldId="258"/>
            <ac:spMk id="34" creationId="{1B34C5B1-3A9B-391B-803D-711026F4463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31/1/26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31/1/26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Según la OMS, la obesidad se define como una acumulación excesiva de grasa corporal, relacionada con el aumento de problemas graves de salud y enfermedades crónicas. Debido al gran problema de salud pública que esto conlleva, se han recogido muestras de diferentes miembros de la familia Simpson para analizar la posible relación de esta patología con alteraciones a nivel genético y </a:t>
              </a:r>
              <a:r>
                <a:rPr lang="es-ES_tradnl" i="1">
                  <a:solidFill>
                    <a:schemeClr val="tx1"/>
                  </a:solidFill>
                </a:rPr>
                <a:t>sus consecuencias.</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169142"/>
            <a:ext cx="14668990" cy="1992925"/>
            <a:chOff x="207596" y="6110487"/>
            <a:chExt cx="14668990" cy="1992925"/>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Descripción de la metodología aplicada 4-5 líneas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Visualización de gráficos correspondientes</a:t>
              </a: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Anotación e interpretación de variantes</a:t>
            </a:r>
          </a:p>
          <a:p>
            <a:pPr algn="ctr">
              <a:lnSpc>
                <a:spcPct val="80000"/>
              </a:lnSpc>
            </a:pPr>
            <a:r>
              <a:rPr lang="es-ES_tradnl" sz="2800" b="1" i="1" dirty="0">
                <a:solidFill>
                  <a:schemeClr val="bg1"/>
                </a:solidFill>
              </a:rPr>
              <a:t>Genética clínica y de poblaciones</a:t>
            </a:r>
            <a:endParaRPr lang="es-ES_tradnl" sz="3600" b="1" i="1" dirty="0">
              <a:solidFill>
                <a:schemeClr val="bg1"/>
              </a:solidFill>
            </a:endParaRPr>
          </a:p>
          <a:p>
            <a:pPr algn="ctr">
              <a:lnSpc>
                <a:spcPct val="80000"/>
              </a:lnSpc>
            </a:pPr>
            <a:r>
              <a:rPr lang="es-ES_tradnl" sz="2000" b="1" i="1" spc="-1" dirty="0">
                <a:solidFill>
                  <a:srgbClr val="FFFFFF"/>
                </a:solidFill>
                <a:ea typeface="DejaVu Sans"/>
              </a:rPr>
              <a:t>Paula Damián Moral - Paula Sofía Norniella Jamart - Pedro García Sáez - Pedro Manuel Rodríguez Santos - Pilar Navarro Sánchez - Rubén Martín Blázquez </a:t>
            </a:r>
            <a:endParaRPr lang="es-ES" sz="2000" spc="-1" dirty="0">
              <a:latin typeface="Arial"/>
            </a:endParaRP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Perfil genético de Maggie: en el gen receptor de leptina (LEPR) se identificó una deleción en heterocigoto del cromosoma 1. Esta deleción deriva en un cambio en la pauta de lectura generando una proteína con una diferencia de casi 300 aminoácidos de diferencia respecto a la original. Debido a esta pérdida, se eliminan dominios necesarios para activar vías de señalización que evitan que se procese adecuadamente las señales de la hormona leptina (encargada de disminuir la ingesta y aumentar el consumo de energía), asociándose directamente con la obesidad.</a:t>
              </a:r>
              <a:endParaRPr lang="es-ES_tradnl" sz="2400" i="1" dirty="0">
                <a:solidFill>
                  <a:schemeClr val="tx1"/>
                </a:solidFill>
              </a:endParaRPr>
            </a:p>
            <a:p>
              <a:pPr algn="just">
                <a:lnSpc>
                  <a:spcPct val="80000"/>
                </a:lnSpc>
              </a:pPr>
              <a:r>
                <a:rPr lang="es-ES_tradnl" i="1" dirty="0">
                  <a:solidFill>
                    <a:schemeClr val="tx1"/>
                  </a:solidFill>
                </a:rPr>
                <a:t>Perfil genético de Abraham: la mutación se encuentra por un cambio de sentido tipo SNP del cromosoma 18 también heterocigoto. Esta alteración es altamente patogénica ya que afecta a un aminoácido que está altamente conservado evolutivamente. Como consecuencia, se altera la homeostasis energética y el control del apetito a nivel hipotalámico, bloqueando una serie de marcadores que detienen las señales de saciedad y derivando en la característica hiperfagia típica de pacientes con obesidad monogénica. </a:t>
              </a: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Resumen principal de hallazgos y limitaciones del análisis si aplica</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500673" y="8930920"/>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518258" y="9799765"/>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518258" y="10660249"/>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214829-4D9F-4687-8E37-8FF1875CAB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CBD36D8-5209-415C-A4C4-4F318B167F44}">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3.xml><?xml version="1.0" encoding="utf-8"?>
<ds:datastoreItem xmlns:ds="http://schemas.openxmlformats.org/officeDocument/2006/customXml" ds:itemID="{15B638B7-22B7-4D35-BE84-714C8C34C119}">
  <ds:schemaRefs>
    <ds:schemaRef ds:uri="http://schemas.microsoft.com/sharepoint/v3/contenttype/forms"/>
  </ds:schemaRefs>
</ds:datastoreItem>
</file>

<file path=docMetadata/LabelInfo.xml><?xml version="1.0" encoding="utf-8"?>
<clbl:labelList xmlns:clbl="http://schemas.microsoft.com/office/2020/mipLabelMetadata">
  <clbl:label id="{0361ecad-3f61-4749-aa5c-87fde47ef9ad}" enabled="1" method="Privileged" siteId="{22c8b4a4-d926-43b2-bcc7-87b998590b47}" removed="0"/>
</clbl:labelList>
</file>

<file path=docProps/app.xml><?xml version="1.0" encoding="utf-8"?>
<Properties xmlns="http://schemas.openxmlformats.org/officeDocument/2006/extended-properties" xmlns:vt="http://schemas.openxmlformats.org/officeDocument/2006/docPropsVTypes">
  <Template>Office Theme</Template>
  <TotalTime>93</TotalTime>
  <Words>321</Words>
  <Application>Microsoft Macintosh PowerPoint</Application>
  <PresentationFormat>Personalizado</PresentationFormat>
  <Paragraphs>17</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Aptos</vt:lpstr>
      <vt:lpstr>Aptos Display</vt:lpstr>
      <vt:lpstr>Arial</vt:lpstr>
      <vt:lpstr>DejaVu Sans</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Paula Norniella Jamart</cp:lastModifiedBy>
  <cp:revision>12</cp:revision>
  <dcterms:created xsi:type="dcterms:W3CDTF">2025-04-21T10:03:24Z</dcterms:created>
  <dcterms:modified xsi:type="dcterms:W3CDTF">2026-01-31T19:47:47Z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