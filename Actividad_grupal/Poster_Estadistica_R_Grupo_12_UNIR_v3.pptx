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xml"/>
  <Override PartName="/customXml/item1.xml" ContentType="application/xml"/>
  <Override PartName="/customXml/itemProps1.xml" ContentType="application/vnd.openxmlformats-officedocument.customXmlProperties+xml"/>
  <Override PartName="/customXml/item2.xml" ContentType="application/xml"/>
  <Override PartName="/customXml/_rels/item1.xml.rels" ContentType="application/vnd.openxmlformats-package.relationships+xml"/>
  <Override PartName="/customXml/_rels/item2.xml.rels" ContentType="application/vnd.openxmlformats-package.relationships+xml"/>
  <Override PartName="/customXml/_rels/item3.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_rels/slide1.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5119350" cy="21383625"/>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3" name="PlaceHolder 2"/>
          <p:cNvSpPr>
            <a:spLocks noGrp="1"/>
          </p:cNvSpPr>
          <p:nvPr>
            <p:ph type="subTitle"/>
          </p:nvPr>
        </p:nvSpPr>
        <p:spPr>
          <a:xfrm>
            <a:off x="755640" y="5003640"/>
            <a:ext cx="13606920" cy="1240200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5" name="PlaceHolder 2"/>
          <p:cNvSpPr>
            <a:spLocks noGrp="1"/>
          </p:cNvSpPr>
          <p:nvPr>
            <p:ph type="body"/>
          </p:nvPr>
        </p:nvSpPr>
        <p:spPr>
          <a:xfrm>
            <a:off x="755640" y="5003640"/>
            <a:ext cx="13606920" cy="12402000"/>
          </a:xfrm>
          <a:prstGeom prst="rect">
            <a:avLst/>
          </a:prstGeom>
        </p:spPr>
        <p:txBody>
          <a:bodyPr lIns="0" rIns="0" tIns="0" bIns="0">
            <a:normAutofit/>
          </a:bodyPr>
          <a:p>
            <a:endParaRPr b="0" lang="es-E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7" name="PlaceHolder 2"/>
          <p:cNvSpPr>
            <a:spLocks noGrp="1"/>
          </p:cNvSpPr>
          <p:nvPr>
            <p:ph type="body"/>
          </p:nvPr>
        </p:nvSpPr>
        <p:spPr>
          <a:xfrm>
            <a:off x="755640" y="5003640"/>
            <a:ext cx="6639840" cy="12402000"/>
          </a:xfrm>
          <a:prstGeom prst="rect">
            <a:avLst/>
          </a:prstGeom>
        </p:spPr>
        <p:txBody>
          <a:bodyPr lIns="0" rIns="0" tIns="0" bIns="0">
            <a:normAutofit/>
          </a:bodyPr>
          <a:p>
            <a:endParaRPr b="0" lang="es-ES" sz="3200" spc="-1" strike="noStrike">
              <a:latin typeface="Arial"/>
            </a:endParaRPr>
          </a:p>
        </p:txBody>
      </p:sp>
      <p:sp>
        <p:nvSpPr>
          <p:cNvPr id="8" name="PlaceHolder 3"/>
          <p:cNvSpPr>
            <a:spLocks noGrp="1"/>
          </p:cNvSpPr>
          <p:nvPr>
            <p:ph type="body"/>
          </p:nvPr>
        </p:nvSpPr>
        <p:spPr>
          <a:xfrm>
            <a:off x="7727760" y="5003640"/>
            <a:ext cx="6639840" cy="12402000"/>
          </a:xfrm>
          <a:prstGeom prst="rect">
            <a:avLst/>
          </a:prstGeom>
        </p:spPr>
        <p:txBody>
          <a:bodyPr lIns="0" rIns="0" tIns="0" bIns="0">
            <a:normAutofit/>
          </a:bodyPr>
          <a:p>
            <a:endParaRPr b="0" lang="es-E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1134000" y="3499560"/>
            <a:ext cx="12850560" cy="3450744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12" name="PlaceHolder 2"/>
          <p:cNvSpPr>
            <a:spLocks noGrp="1"/>
          </p:cNvSpPr>
          <p:nvPr>
            <p:ph type="body"/>
          </p:nvPr>
        </p:nvSpPr>
        <p:spPr>
          <a:xfrm>
            <a:off x="755640" y="5003640"/>
            <a:ext cx="6639840" cy="5915520"/>
          </a:xfrm>
          <a:prstGeom prst="rect">
            <a:avLst/>
          </a:prstGeom>
        </p:spPr>
        <p:txBody>
          <a:bodyPr lIns="0" rIns="0" tIns="0" bIns="0">
            <a:normAutofit/>
          </a:bodyPr>
          <a:p>
            <a:endParaRPr b="0" lang="es-ES" sz="3200" spc="-1" strike="noStrike">
              <a:latin typeface="Arial"/>
            </a:endParaRPr>
          </a:p>
        </p:txBody>
      </p:sp>
      <p:sp>
        <p:nvSpPr>
          <p:cNvPr id="13" name="PlaceHolder 3"/>
          <p:cNvSpPr>
            <a:spLocks noGrp="1"/>
          </p:cNvSpPr>
          <p:nvPr>
            <p:ph type="body"/>
          </p:nvPr>
        </p:nvSpPr>
        <p:spPr>
          <a:xfrm>
            <a:off x="7727760" y="5003640"/>
            <a:ext cx="6639840" cy="12402000"/>
          </a:xfrm>
          <a:prstGeom prst="rect">
            <a:avLst/>
          </a:prstGeom>
        </p:spPr>
        <p:txBody>
          <a:bodyPr lIns="0" rIns="0" tIns="0" bIns="0">
            <a:normAutofit/>
          </a:bodyPr>
          <a:p>
            <a:endParaRPr b="0" lang="es-ES" sz="3200" spc="-1" strike="noStrike">
              <a:latin typeface="Arial"/>
            </a:endParaRPr>
          </a:p>
        </p:txBody>
      </p:sp>
      <p:sp>
        <p:nvSpPr>
          <p:cNvPr id="14" name="PlaceHolder 4"/>
          <p:cNvSpPr>
            <a:spLocks noGrp="1"/>
          </p:cNvSpPr>
          <p:nvPr>
            <p:ph type="body"/>
          </p:nvPr>
        </p:nvSpPr>
        <p:spPr>
          <a:xfrm>
            <a:off x="755640" y="11481480"/>
            <a:ext cx="6639840" cy="5915520"/>
          </a:xfrm>
          <a:prstGeom prst="rect">
            <a:avLst/>
          </a:prstGeom>
        </p:spPr>
        <p:txBody>
          <a:bodyPr lIns="0" rIns="0" tIns="0" bIns="0">
            <a:normAutofit/>
          </a:bodyPr>
          <a:p>
            <a:endParaRPr b="0" lang="es-E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16" name="PlaceHolder 2"/>
          <p:cNvSpPr>
            <a:spLocks noGrp="1"/>
          </p:cNvSpPr>
          <p:nvPr>
            <p:ph type="body"/>
          </p:nvPr>
        </p:nvSpPr>
        <p:spPr>
          <a:xfrm>
            <a:off x="755640" y="5003640"/>
            <a:ext cx="6639840" cy="12402000"/>
          </a:xfrm>
          <a:prstGeom prst="rect">
            <a:avLst/>
          </a:prstGeom>
        </p:spPr>
        <p:txBody>
          <a:bodyPr lIns="0" rIns="0" tIns="0" bIns="0">
            <a:normAutofit/>
          </a:bodyPr>
          <a:p>
            <a:endParaRPr b="0" lang="es-ES" sz="3200" spc="-1" strike="noStrike">
              <a:latin typeface="Arial"/>
            </a:endParaRPr>
          </a:p>
        </p:txBody>
      </p:sp>
      <p:sp>
        <p:nvSpPr>
          <p:cNvPr id="17" name="PlaceHolder 3"/>
          <p:cNvSpPr>
            <a:spLocks noGrp="1"/>
          </p:cNvSpPr>
          <p:nvPr>
            <p:ph type="body"/>
          </p:nvPr>
        </p:nvSpPr>
        <p:spPr>
          <a:xfrm>
            <a:off x="7727760" y="5003640"/>
            <a:ext cx="6639840" cy="5915520"/>
          </a:xfrm>
          <a:prstGeom prst="rect">
            <a:avLst/>
          </a:prstGeom>
        </p:spPr>
        <p:txBody>
          <a:bodyPr lIns="0" rIns="0" tIns="0" bIns="0">
            <a:normAutofit/>
          </a:bodyPr>
          <a:p>
            <a:endParaRPr b="0" lang="es-ES" sz="3200" spc="-1" strike="noStrike">
              <a:latin typeface="Arial"/>
            </a:endParaRPr>
          </a:p>
        </p:txBody>
      </p:sp>
      <p:sp>
        <p:nvSpPr>
          <p:cNvPr id="18" name="PlaceHolder 4"/>
          <p:cNvSpPr>
            <a:spLocks noGrp="1"/>
          </p:cNvSpPr>
          <p:nvPr>
            <p:ph type="body"/>
          </p:nvPr>
        </p:nvSpPr>
        <p:spPr>
          <a:xfrm>
            <a:off x="7727760" y="11481480"/>
            <a:ext cx="6639840" cy="5915520"/>
          </a:xfrm>
          <a:prstGeom prst="rect">
            <a:avLst/>
          </a:prstGeom>
        </p:spPr>
        <p:txBody>
          <a:bodyPr lIns="0" rIns="0" tIns="0" bIns="0">
            <a:normAutofit/>
          </a:bodyPr>
          <a:p>
            <a:endParaRPr b="0" lang="es-E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20" name="PlaceHolder 2"/>
          <p:cNvSpPr>
            <a:spLocks noGrp="1"/>
          </p:cNvSpPr>
          <p:nvPr>
            <p:ph type="body"/>
          </p:nvPr>
        </p:nvSpPr>
        <p:spPr>
          <a:xfrm>
            <a:off x="755640" y="5003640"/>
            <a:ext cx="6639840" cy="5915520"/>
          </a:xfrm>
          <a:prstGeom prst="rect">
            <a:avLst/>
          </a:prstGeom>
        </p:spPr>
        <p:txBody>
          <a:bodyPr lIns="0" rIns="0" tIns="0" bIns="0">
            <a:normAutofit/>
          </a:bodyPr>
          <a:p>
            <a:endParaRPr b="0" lang="es-ES" sz="3200" spc="-1" strike="noStrike">
              <a:latin typeface="Arial"/>
            </a:endParaRPr>
          </a:p>
        </p:txBody>
      </p:sp>
      <p:sp>
        <p:nvSpPr>
          <p:cNvPr id="21" name="PlaceHolder 3"/>
          <p:cNvSpPr>
            <a:spLocks noGrp="1"/>
          </p:cNvSpPr>
          <p:nvPr>
            <p:ph type="body"/>
          </p:nvPr>
        </p:nvSpPr>
        <p:spPr>
          <a:xfrm>
            <a:off x="7727760" y="5003640"/>
            <a:ext cx="6639840" cy="5915520"/>
          </a:xfrm>
          <a:prstGeom prst="rect">
            <a:avLst/>
          </a:prstGeom>
        </p:spPr>
        <p:txBody>
          <a:bodyPr lIns="0" rIns="0" tIns="0" bIns="0">
            <a:normAutofit/>
          </a:bodyPr>
          <a:p>
            <a:endParaRPr b="0" lang="es-ES" sz="3200" spc="-1" strike="noStrike">
              <a:latin typeface="Arial"/>
            </a:endParaRPr>
          </a:p>
        </p:txBody>
      </p:sp>
      <p:sp>
        <p:nvSpPr>
          <p:cNvPr id="22" name="PlaceHolder 4"/>
          <p:cNvSpPr>
            <a:spLocks noGrp="1"/>
          </p:cNvSpPr>
          <p:nvPr>
            <p:ph type="body"/>
          </p:nvPr>
        </p:nvSpPr>
        <p:spPr>
          <a:xfrm>
            <a:off x="755640" y="11481480"/>
            <a:ext cx="13606920" cy="5915520"/>
          </a:xfrm>
          <a:prstGeom prst="rect">
            <a:avLst/>
          </a:prstGeom>
        </p:spPr>
        <p:txBody>
          <a:bodyPr lIns="0" rIns="0" tIns="0" bIns="0">
            <a:normAutofit/>
          </a:bodyPr>
          <a:p>
            <a:endParaRPr b="0" lang="es-E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24" name="PlaceHolder 2"/>
          <p:cNvSpPr>
            <a:spLocks noGrp="1"/>
          </p:cNvSpPr>
          <p:nvPr>
            <p:ph type="body"/>
          </p:nvPr>
        </p:nvSpPr>
        <p:spPr>
          <a:xfrm>
            <a:off x="755640" y="5003640"/>
            <a:ext cx="13606920" cy="5915520"/>
          </a:xfrm>
          <a:prstGeom prst="rect">
            <a:avLst/>
          </a:prstGeom>
        </p:spPr>
        <p:txBody>
          <a:bodyPr lIns="0" rIns="0" tIns="0" bIns="0">
            <a:normAutofit/>
          </a:bodyPr>
          <a:p>
            <a:endParaRPr b="0" lang="es-ES" sz="3200" spc="-1" strike="noStrike">
              <a:latin typeface="Arial"/>
            </a:endParaRPr>
          </a:p>
        </p:txBody>
      </p:sp>
      <p:sp>
        <p:nvSpPr>
          <p:cNvPr id="25" name="PlaceHolder 3"/>
          <p:cNvSpPr>
            <a:spLocks noGrp="1"/>
          </p:cNvSpPr>
          <p:nvPr>
            <p:ph type="body"/>
          </p:nvPr>
        </p:nvSpPr>
        <p:spPr>
          <a:xfrm>
            <a:off x="755640" y="11481480"/>
            <a:ext cx="13606920" cy="5915520"/>
          </a:xfrm>
          <a:prstGeom prst="rect">
            <a:avLst/>
          </a:prstGeom>
        </p:spPr>
        <p:txBody>
          <a:bodyPr lIns="0" rIns="0" tIns="0" bIns="0">
            <a:normAutofit/>
          </a:bodyPr>
          <a:p>
            <a:endParaRPr b="0" lang="es-E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27" name="PlaceHolder 2"/>
          <p:cNvSpPr>
            <a:spLocks noGrp="1"/>
          </p:cNvSpPr>
          <p:nvPr>
            <p:ph type="body"/>
          </p:nvPr>
        </p:nvSpPr>
        <p:spPr>
          <a:xfrm>
            <a:off x="755640" y="5003640"/>
            <a:ext cx="6639840" cy="5915520"/>
          </a:xfrm>
          <a:prstGeom prst="rect">
            <a:avLst/>
          </a:prstGeom>
        </p:spPr>
        <p:txBody>
          <a:bodyPr lIns="0" rIns="0" tIns="0" bIns="0">
            <a:normAutofit/>
          </a:bodyPr>
          <a:p>
            <a:endParaRPr b="0" lang="es-ES" sz="3200" spc="-1" strike="noStrike">
              <a:latin typeface="Arial"/>
            </a:endParaRPr>
          </a:p>
        </p:txBody>
      </p:sp>
      <p:sp>
        <p:nvSpPr>
          <p:cNvPr id="28" name="PlaceHolder 3"/>
          <p:cNvSpPr>
            <a:spLocks noGrp="1"/>
          </p:cNvSpPr>
          <p:nvPr>
            <p:ph type="body"/>
          </p:nvPr>
        </p:nvSpPr>
        <p:spPr>
          <a:xfrm>
            <a:off x="7727760" y="5003640"/>
            <a:ext cx="6639840" cy="5915520"/>
          </a:xfrm>
          <a:prstGeom prst="rect">
            <a:avLst/>
          </a:prstGeom>
        </p:spPr>
        <p:txBody>
          <a:bodyPr lIns="0" rIns="0" tIns="0" bIns="0">
            <a:normAutofit/>
          </a:bodyPr>
          <a:p>
            <a:endParaRPr b="0" lang="es-ES" sz="3200" spc="-1" strike="noStrike">
              <a:latin typeface="Arial"/>
            </a:endParaRPr>
          </a:p>
        </p:txBody>
      </p:sp>
      <p:sp>
        <p:nvSpPr>
          <p:cNvPr id="29" name="PlaceHolder 4"/>
          <p:cNvSpPr>
            <a:spLocks noGrp="1"/>
          </p:cNvSpPr>
          <p:nvPr>
            <p:ph type="body"/>
          </p:nvPr>
        </p:nvSpPr>
        <p:spPr>
          <a:xfrm>
            <a:off x="755640" y="11481480"/>
            <a:ext cx="6639840" cy="5915520"/>
          </a:xfrm>
          <a:prstGeom prst="rect">
            <a:avLst/>
          </a:prstGeom>
        </p:spPr>
        <p:txBody>
          <a:bodyPr lIns="0" rIns="0" tIns="0" bIns="0">
            <a:normAutofit/>
          </a:bodyPr>
          <a:p>
            <a:endParaRPr b="0" lang="es-ES" sz="3200" spc="-1" strike="noStrike">
              <a:latin typeface="Arial"/>
            </a:endParaRPr>
          </a:p>
        </p:txBody>
      </p:sp>
      <p:sp>
        <p:nvSpPr>
          <p:cNvPr id="30" name="PlaceHolder 5"/>
          <p:cNvSpPr>
            <a:spLocks noGrp="1"/>
          </p:cNvSpPr>
          <p:nvPr>
            <p:ph type="body"/>
          </p:nvPr>
        </p:nvSpPr>
        <p:spPr>
          <a:xfrm>
            <a:off x="7727760" y="11481480"/>
            <a:ext cx="6639840" cy="5915520"/>
          </a:xfrm>
          <a:prstGeom prst="rect">
            <a:avLst/>
          </a:prstGeom>
        </p:spPr>
        <p:txBody>
          <a:bodyPr lIns="0" rIns="0" tIns="0" bIns="0">
            <a:normAutofit/>
          </a:bodyPr>
          <a:p>
            <a:endParaRPr b="0" lang="es-E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endParaRPr b="0" lang="es-ES" sz="4400" spc="-1" strike="noStrike">
              <a:latin typeface="Arial"/>
            </a:endParaRPr>
          </a:p>
        </p:txBody>
      </p:sp>
      <p:sp>
        <p:nvSpPr>
          <p:cNvPr id="32" name="PlaceHolder 2"/>
          <p:cNvSpPr>
            <a:spLocks noGrp="1"/>
          </p:cNvSpPr>
          <p:nvPr>
            <p:ph type="body"/>
          </p:nvPr>
        </p:nvSpPr>
        <p:spPr>
          <a:xfrm>
            <a:off x="755640" y="5003640"/>
            <a:ext cx="4381200" cy="5915520"/>
          </a:xfrm>
          <a:prstGeom prst="rect">
            <a:avLst/>
          </a:prstGeom>
        </p:spPr>
        <p:txBody>
          <a:bodyPr lIns="0" rIns="0" tIns="0" bIns="0">
            <a:normAutofit/>
          </a:bodyPr>
          <a:p>
            <a:endParaRPr b="0" lang="es-ES" sz="3200" spc="-1" strike="noStrike">
              <a:latin typeface="Arial"/>
            </a:endParaRPr>
          </a:p>
        </p:txBody>
      </p:sp>
      <p:sp>
        <p:nvSpPr>
          <p:cNvPr id="33" name="PlaceHolder 3"/>
          <p:cNvSpPr>
            <a:spLocks noGrp="1"/>
          </p:cNvSpPr>
          <p:nvPr>
            <p:ph type="body"/>
          </p:nvPr>
        </p:nvSpPr>
        <p:spPr>
          <a:xfrm>
            <a:off x="5356440" y="5003640"/>
            <a:ext cx="4381200" cy="5915520"/>
          </a:xfrm>
          <a:prstGeom prst="rect">
            <a:avLst/>
          </a:prstGeom>
        </p:spPr>
        <p:txBody>
          <a:bodyPr lIns="0" rIns="0" tIns="0" bIns="0">
            <a:normAutofit/>
          </a:bodyPr>
          <a:p>
            <a:endParaRPr b="0" lang="es-ES" sz="3200" spc="-1" strike="noStrike">
              <a:latin typeface="Arial"/>
            </a:endParaRPr>
          </a:p>
        </p:txBody>
      </p:sp>
      <p:sp>
        <p:nvSpPr>
          <p:cNvPr id="34" name="PlaceHolder 4"/>
          <p:cNvSpPr>
            <a:spLocks noGrp="1"/>
          </p:cNvSpPr>
          <p:nvPr>
            <p:ph type="body"/>
          </p:nvPr>
        </p:nvSpPr>
        <p:spPr>
          <a:xfrm>
            <a:off x="9956880" y="5003640"/>
            <a:ext cx="4381200" cy="5915520"/>
          </a:xfrm>
          <a:prstGeom prst="rect">
            <a:avLst/>
          </a:prstGeom>
        </p:spPr>
        <p:txBody>
          <a:bodyPr lIns="0" rIns="0" tIns="0" bIns="0">
            <a:normAutofit/>
          </a:bodyPr>
          <a:p>
            <a:endParaRPr b="0" lang="es-ES" sz="3200" spc="-1" strike="noStrike">
              <a:latin typeface="Arial"/>
            </a:endParaRPr>
          </a:p>
        </p:txBody>
      </p:sp>
      <p:sp>
        <p:nvSpPr>
          <p:cNvPr id="35" name="PlaceHolder 5"/>
          <p:cNvSpPr>
            <a:spLocks noGrp="1"/>
          </p:cNvSpPr>
          <p:nvPr>
            <p:ph type="body"/>
          </p:nvPr>
        </p:nvSpPr>
        <p:spPr>
          <a:xfrm>
            <a:off x="755640" y="11481480"/>
            <a:ext cx="4381200" cy="5915520"/>
          </a:xfrm>
          <a:prstGeom prst="rect">
            <a:avLst/>
          </a:prstGeom>
        </p:spPr>
        <p:txBody>
          <a:bodyPr lIns="0" rIns="0" tIns="0" bIns="0">
            <a:normAutofit/>
          </a:bodyPr>
          <a:p>
            <a:endParaRPr b="0" lang="es-ES" sz="3200" spc="-1" strike="noStrike">
              <a:latin typeface="Arial"/>
            </a:endParaRPr>
          </a:p>
        </p:txBody>
      </p:sp>
      <p:sp>
        <p:nvSpPr>
          <p:cNvPr id="36" name="PlaceHolder 6"/>
          <p:cNvSpPr>
            <a:spLocks noGrp="1"/>
          </p:cNvSpPr>
          <p:nvPr>
            <p:ph type="body"/>
          </p:nvPr>
        </p:nvSpPr>
        <p:spPr>
          <a:xfrm>
            <a:off x="5356440" y="11481480"/>
            <a:ext cx="4381200" cy="5915520"/>
          </a:xfrm>
          <a:prstGeom prst="rect">
            <a:avLst/>
          </a:prstGeom>
        </p:spPr>
        <p:txBody>
          <a:bodyPr lIns="0" rIns="0" tIns="0" bIns="0">
            <a:normAutofit/>
          </a:bodyPr>
          <a:p>
            <a:endParaRPr b="0" lang="es-ES" sz="3200" spc="-1" strike="noStrike">
              <a:latin typeface="Arial"/>
            </a:endParaRPr>
          </a:p>
        </p:txBody>
      </p:sp>
      <p:sp>
        <p:nvSpPr>
          <p:cNvPr id="37" name="PlaceHolder 7"/>
          <p:cNvSpPr>
            <a:spLocks noGrp="1"/>
          </p:cNvSpPr>
          <p:nvPr>
            <p:ph type="body"/>
          </p:nvPr>
        </p:nvSpPr>
        <p:spPr>
          <a:xfrm>
            <a:off x="9956880" y="11481480"/>
            <a:ext cx="4381200" cy="5915520"/>
          </a:xfrm>
          <a:prstGeom prst="rect">
            <a:avLst/>
          </a:prstGeom>
        </p:spPr>
        <p:txBody>
          <a:bodyPr lIns="0" rIns="0" tIns="0" bIns="0">
            <a:normAutofit/>
          </a:bodyPr>
          <a:p>
            <a:endParaRPr b="0" lang="es-E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134000" y="3499560"/>
            <a:ext cx="12850560" cy="7444080"/>
          </a:xfrm>
          <a:prstGeom prst="rect">
            <a:avLst/>
          </a:prstGeom>
        </p:spPr>
        <p:txBody>
          <a:bodyPr lIns="0" rIns="0" tIns="0" bIns="0" anchor="ctr">
            <a:noAutofit/>
          </a:bodyPr>
          <a:p>
            <a:pPr algn="ctr"/>
            <a:r>
              <a:rPr b="0" lang="es-ES" sz="1800" spc="-1" strike="noStrike">
                <a:latin typeface="Arial"/>
              </a:rPr>
              <a:t>Pulse para editar el formato del texto de título</a:t>
            </a:r>
            <a:endParaRPr b="0" lang="es-ES" sz="1800" spc="-1" strike="noStrike">
              <a:latin typeface="Arial"/>
            </a:endParaRPr>
          </a:p>
        </p:txBody>
      </p:sp>
      <p:sp>
        <p:nvSpPr>
          <p:cNvPr id="1" name="PlaceHolder 2"/>
          <p:cNvSpPr>
            <a:spLocks noGrp="1"/>
          </p:cNvSpPr>
          <p:nvPr>
            <p:ph type="body"/>
          </p:nvPr>
        </p:nvSpPr>
        <p:spPr>
          <a:xfrm>
            <a:off x="755640" y="5003640"/>
            <a:ext cx="13606920" cy="124020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s-ES" sz="3200" spc="-1" strike="noStrike">
                <a:latin typeface="Arial"/>
              </a:rPr>
              <a:t>Pulse para editar el formato de texto del esquema</a:t>
            </a:r>
            <a:endParaRPr b="0" lang="es-ES" sz="3200" spc="-1" strike="noStrike">
              <a:latin typeface="Arial"/>
            </a:endParaRPr>
          </a:p>
          <a:p>
            <a:pPr lvl="1" marL="864000" indent="-324000">
              <a:spcBef>
                <a:spcPts val="1134"/>
              </a:spcBef>
              <a:buClr>
                <a:srgbClr val="000000"/>
              </a:buClr>
              <a:buSzPct val="75000"/>
              <a:buFont typeface="Symbol" charset="2"/>
              <a:buChar char=""/>
            </a:pPr>
            <a:r>
              <a:rPr b="0" lang="es-ES" sz="2800" spc="-1" strike="noStrike">
                <a:latin typeface="Arial"/>
              </a:rPr>
              <a:t>Segundo nivel del esquema</a:t>
            </a:r>
            <a:endParaRPr b="0" lang="es-ES" sz="2800" spc="-1" strike="noStrike">
              <a:latin typeface="Arial"/>
            </a:endParaRPr>
          </a:p>
          <a:p>
            <a:pPr lvl="2" marL="1296000" indent="-288000">
              <a:spcBef>
                <a:spcPts val="850"/>
              </a:spcBef>
              <a:buClr>
                <a:srgbClr val="000000"/>
              </a:buClr>
              <a:buSzPct val="45000"/>
              <a:buFont typeface="Wingdings" charset="2"/>
              <a:buChar char=""/>
            </a:pPr>
            <a:r>
              <a:rPr b="0" lang="es-ES" sz="2400" spc="-1" strike="noStrike">
                <a:latin typeface="Arial"/>
              </a:rPr>
              <a:t>Tercer nivel del esquema</a:t>
            </a:r>
            <a:endParaRPr b="0" lang="es-ES" sz="2400" spc="-1" strike="noStrike">
              <a:latin typeface="Arial"/>
            </a:endParaRPr>
          </a:p>
          <a:p>
            <a:pPr lvl="3" marL="1728000" indent="-216000">
              <a:spcBef>
                <a:spcPts val="567"/>
              </a:spcBef>
              <a:buClr>
                <a:srgbClr val="000000"/>
              </a:buClr>
              <a:buSzPct val="75000"/>
              <a:buFont typeface="Symbol" charset="2"/>
              <a:buChar char=""/>
            </a:pPr>
            <a:r>
              <a:rPr b="0" lang="es-ES" sz="2000" spc="-1" strike="noStrike">
                <a:latin typeface="Arial"/>
              </a:rPr>
              <a:t>Cuarto nivel del esquema</a:t>
            </a:r>
            <a:endParaRPr b="0" lang="es-ES" sz="2000" spc="-1" strike="noStrike">
              <a:latin typeface="Arial"/>
            </a:endParaRPr>
          </a:p>
          <a:p>
            <a:pPr lvl="4" marL="2160000" indent="-216000">
              <a:spcBef>
                <a:spcPts val="283"/>
              </a:spcBef>
              <a:buClr>
                <a:srgbClr val="000000"/>
              </a:buClr>
              <a:buSzPct val="45000"/>
              <a:buFont typeface="Wingdings" charset="2"/>
              <a:buChar char=""/>
            </a:pPr>
            <a:r>
              <a:rPr b="0" lang="es-ES" sz="2000" spc="-1" strike="noStrike">
                <a:latin typeface="Arial"/>
              </a:rPr>
              <a:t>Quinto nivel del esquema</a:t>
            </a:r>
            <a:endParaRPr b="0" lang="es-ES" sz="2000" spc="-1" strike="noStrike">
              <a:latin typeface="Arial"/>
            </a:endParaRPr>
          </a:p>
          <a:p>
            <a:pPr lvl="5" marL="2592000" indent="-216000">
              <a:spcBef>
                <a:spcPts val="283"/>
              </a:spcBef>
              <a:buClr>
                <a:srgbClr val="000000"/>
              </a:buClr>
              <a:buSzPct val="45000"/>
              <a:buFont typeface="Wingdings" charset="2"/>
              <a:buChar char=""/>
            </a:pPr>
            <a:r>
              <a:rPr b="0" lang="es-ES" sz="2000" spc="-1" strike="noStrike">
                <a:latin typeface="Arial"/>
              </a:rPr>
              <a:t>Sexto nivel del esquema</a:t>
            </a:r>
            <a:endParaRPr b="0" lang="es-ES" sz="2000" spc="-1" strike="noStrike">
              <a:latin typeface="Arial"/>
            </a:endParaRPr>
          </a:p>
          <a:p>
            <a:pPr lvl="6" marL="3024000" indent="-216000">
              <a:spcBef>
                <a:spcPts val="283"/>
              </a:spcBef>
              <a:buClr>
                <a:srgbClr val="000000"/>
              </a:buClr>
              <a:buSzPct val="45000"/>
              <a:buFont typeface="Wingdings" charset="2"/>
              <a:buChar char=""/>
            </a:pPr>
            <a:r>
              <a:rPr b="0" lang="es-ES" sz="2000" spc="-1" strike="noStrike">
                <a:latin typeface="Arial"/>
              </a:rPr>
              <a:t>Séptimo nivel del esquema</a:t>
            </a:r>
            <a:endParaRPr b="0" lang="es-E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59c2e3">
                <a:alpha val="25098"/>
              </a:srgbClr>
            </a:gs>
          </a:gsLst>
          <a:lin ang="2700000"/>
        </a:gradFill>
      </p:bgPr>
    </p:bg>
    <p:spTree>
      <p:nvGrpSpPr>
        <p:cNvPr id="1" name=""/>
        <p:cNvGrpSpPr/>
        <p:nvPr/>
      </p:nvGrpSpPr>
      <p:grpSpPr>
        <a:xfrm>
          <a:off x="0" y="0"/>
          <a:ext cx="0" cy="0"/>
          <a:chOff x="0" y="0"/>
          <a:chExt cx="0" cy="0"/>
        </a:xfrm>
      </p:grpSpPr>
      <p:grpSp>
        <p:nvGrpSpPr>
          <p:cNvPr id="38" name="Group 1"/>
          <p:cNvGrpSpPr/>
          <p:nvPr/>
        </p:nvGrpSpPr>
        <p:grpSpPr>
          <a:xfrm>
            <a:off x="207720" y="7403760"/>
            <a:ext cx="14668200" cy="9664200"/>
            <a:chOff x="207720" y="7403760"/>
            <a:chExt cx="14668200" cy="9664200"/>
          </a:xfrm>
        </p:grpSpPr>
        <p:sp>
          <p:nvSpPr>
            <p:cNvPr id="39" name="CustomShape 2"/>
            <p:cNvSpPr/>
            <p:nvPr/>
          </p:nvSpPr>
          <p:spPr>
            <a:xfrm>
              <a:off x="207720" y="7720200"/>
              <a:ext cx="14668200" cy="9347760"/>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p:style>
        </p:sp>
        <p:sp>
          <p:nvSpPr>
            <p:cNvPr id="40" name="CustomShape 3"/>
            <p:cNvSpPr/>
            <p:nvPr/>
          </p:nvSpPr>
          <p:spPr>
            <a:xfrm>
              <a:off x="500760" y="7403760"/>
              <a:ext cx="5837400" cy="632160"/>
            </a:xfrm>
            <a:prstGeom prst="roundRect">
              <a:avLst>
                <a:gd name="adj" fmla="val 16667"/>
              </a:avLst>
            </a:prstGeom>
            <a:gradFill rotWithShape="0">
              <a:gsLst>
                <a:gs pos="0">
                  <a:srgbClr val="59c2e3"/>
                </a:gs>
                <a:gs pos="100000">
                  <a:srgbClr val="4196c9"/>
                </a:gs>
              </a:gsLst>
              <a:lin ang="2700000"/>
            </a:gra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es-ES_tradnl" sz="2800" spc="-1" strike="noStrike">
                  <a:solidFill>
                    <a:srgbClr val="ffffff"/>
                  </a:solidFill>
                  <a:latin typeface="Aptos"/>
                  <a:ea typeface="DejaVu Sans"/>
                </a:rPr>
                <a:t>RESULTADOS</a:t>
              </a:r>
              <a:endParaRPr b="0" lang="es-ES" sz="2800" spc="-1" strike="noStrike">
                <a:latin typeface="Arial"/>
              </a:endParaRPr>
            </a:p>
          </p:txBody>
        </p:sp>
      </p:grpSp>
      <p:grpSp>
        <p:nvGrpSpPr>
          <p:cNvPr id="41" name="Group 4"/>
          <p:cNvGrpSpPr/>
          <p:nvPr/>
        </p:nvGrpSpPr>
        <p:grpSpPr>
          <a:xfrm>
            <a:off x="225360" y="3484080"/>
            <a:ext cx="14668200" cy="1504440"/>
            <a:chOff x="225360" y="3484080"/>
            <a:chExt cx="14668200" cy="1504440"/>
          </a:xfrm>
        </p:grpSpPr>
        <p:sp>
          <p:nvSpPr>
            <p:cNvPr id="42" name="CustomShape 5"/>
            <p:cNvSpPr/>
            <p:nvPr/>
          </p:nvSpPr>
          <p:spPr>
            <a:xfrm>
              <a:off x="225360" y="3800880"/>
              <a:ext cx="14668200" cy="118764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p:style>
          <p:txBody>
            <a:bodyPr lIns="90000" rIns="90000" tIns="360000" bIns="45000">
              <a:noAutofit/>
            </a:bodyPr>
            <a:p>
              <a:pPr algn="just">
                <a:lnSpc>
                  <a:spcPct val="80000"/>
                </a:lnSpc>
              </a:pPr>
              <a:r>
                <a:rPr b="0" lang="es-ES" sz="1700" spc="-1" strike="noStrike">
                  <a:solidFill>
                    <a:srgbClr val="000000"/>
                  </a:solidFill>
                  <a:latin typeface="Aptos"/>
                  <a:ea typeface="DejaVu Sans"/>
                </a:rPr>
                <a:t>La obesidad es un importante problema de salud pública con un alto componente genético, pero puede verse influenciado por otros factores sociodemográficos o conductuales. El objetivo de este estudio es conocer qué factores y con qué probabilidad influyen en la condición de obesidad en diversos personajes de Los Simpsons</a:t>
              </a:r>
              <a:r>
                <a:rPr b="0" i="1" lang="es-ES" sz="1700" spc="-1" strike="noStrike">
                  <a:solidFill>
                    <a:srgbClr val="000000"/>
                  </a:solidFill>
                  <a:latin typeface="Aptos"/>
                  <a:ea typeface="DejaVu Sans"/>
                </a:rPr>
                <a:t>.</a:t>
              </a:r>
              <a:endParaRPr b="0" lang="es-ES" sz="1700" spc="-1" strike="noStrike">
                <a:latin typeface="Arial"/>
              </a:endParaRPr>
            </a:p>
          </p:txBody>
        </p:sp>
        <p:sp>
          <p:nvSpPr>
            <p:cNvPr id="43" name="CustomShape 6"/>
            <p:cNvSpPr/>
            <p:nvPr/>
          </p:nvSpPr>
          <p:spPr>
            <a:xfrm>
              <a:off x="518400" y="3484080"/>
              <a:ext cx="5837400" cy="632160"/>
            </a:xfrm>
            <a:prstGeom prst="roundRect">
              <a:avLst>
                <a:gd name="adj" fmla="val 16667"/>
              </a:avLst>
            </a:prstGeom>
            <a:gradFill rotWithShape="0">
              <a:gsLst>
                <a:gs pos="0">
                  <a:srgbClr val="59c2e3"/>
                </a:gs>
                <a:gs pos="100000">
                  <a:srgbClr val="4196c9"/>
                </a:gs>
              </a:gsLst>
              <a:lin ang="2700000"/>
            </a:gra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es-ES_tradnl" sz="2800" spc="-1" strike="noStrike">
                  <a:solidFill>
                    <a:srgbClr val="ffffff"/>
                  </a:solidFill>
                  <a:latin typeface="Aptos"/>
                  <a:ea typeface="DejaVu Sans"/>
                </a:rPr>
                <a:t>INTRODUCCIÓN</a:t>
              </a:r>
              <a:endParaRPr b="0" lang="es-ES" sz="2800" spc="-1" strike="noStrike">
                <a:latin typeface="Arial"/>
              </a:endParaRPr>
            </a:p>
          </p:txBody>
        </p:sp>
      </p:grpSp>
      <p:grpSp>
        <p:nvGrpSpPr>
          <p:cNvPr id="44" name="Group 7"/>
          <p:cNvGrpSpPr/>
          <p:nvPr/>
        </p:nvGrpSpPr>
        <p:grpSpPr>
          <a:xfrm>
            <a:off x="207720" y="5235840"/>
            <a:ext cx="14668200" cy="1992240"/>
            <a:chOff x="207720" y="5235840"/>
            <a:chExt cx="14668200" cy="1992240"/>
          </a:xfrm>
        </p:grpSpPr>
        <p:sp>
          <p:nvSpPr>
            <p:cNvPr id="45" name="CustomShape 8"/>
            <p:cNvSpPr/>
            <p:nvPr/>
          </p:nvSpPr>
          <p:spPr>
            <a:xfrm>
              <a:off x="207720" y="5552280"/>
              <a:ext cx="14668200" cy="1675800"/>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360000" bIns="45000">
              <a:noAutofit/>
            </a:bodyPr>
            <a:p>
              <a:pPr algn="just">
                <a:lnSpc>
                  <a:spcPct val="80000"/>
                </a:lnSpc>
              </a:pPr>
              <a:r>
                <a:rPr b="0" lang="es-ES_tradnl" sz="1700" spc="-1" strike="noStrike">
                  <a:solidFill>
                    <a:srgbClr val="000000"/>
                  </a:solidFill>
                  <a:latin typeface="Aptos"/>
                  <a:ea typeface="DejaVu Sans"/>
                </a:rPr>
                <a:t>Se realizó un análisis de componentes principales (PCA) con los datos de expresión genética de 37 genes en 59 individuos para reducir la dimensionalidad de los datos. Los individuos se clasificaron mediante análisis de clúster jerárquico de los valores de los seis componentes principales que más varianza génica explicaron. La expresión génica por individuo y gen se visualizó mediante un heatmap. Finalmente, se usaron los tres primeros componentes principales, la edad y el sexo de los individuos para comprobar cómo de eficientes son estas variables para predecir la obesidad en individuos mediante una regresión múltiple logística.</a:t>
              </a:r>
              <a:endParaRPr b="0" lang="es-ES" sz="1700" spc="-1" strike="noStrike">
                <a:latin typeface="Arial"/>
              </a:endParaRPr>
            </a:p>
          </p:txBody>
        </p:sp>
        <p:sp>
          <p:nvSpPr>
            <p:cNvPr id="46" name="CustomShape 9"/>
            <p:cNvSpPr/>
            <p:nvPr/>
          </p:nvSpPr>
          <p:spPr>
            <a:xfrm>
              <a:off x="500760" y="5235840"/>
              <a:ext cx="5837400" cy="632160"/>
            </a:xfrm>
            <a:prstGeom prst="roundRect">
              <a:avLst>
                <a:gd name="adj" fmla="val 16667"/>
              </a:avLst>
            </a:prstGeom>
            <a:gradFill rotWithShape="0">
              <a:gsLst>
                <a:gs pos="0">
                  <a:srgbClr val="59c2e3"/>
                </a:gs>
                <a:gs pos="100000">
                  <a:srgbClr val="4196c9"/>
                </a:gs>
              </a:gsLst>
              <a:lin ang="2700000"/>
            </a:gra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es-ES_tradnl" sz="2800" spc="-1" strike="noStrike">
                  <a:solidFill>
                    <a:srgbClr val="ffffff"/>
                  </a:solidFill>
                  <a:latin typeface="Aptos"/>
                  <a:ea typeface="DejaVu Sans"/>
                </a:rPr>
                <a:t>METODOLOGÍA</a:t>
              </a:r>
              <a:endParaRPr b="0" lang="es-ES" sz="2800" spc="-1" strike="noStrike">
                <a:latin typeface="Arial"/>
              </a:endParaRPr>
            </a:p>
          </p:txBody>
        </p:sp>
      </p:grpSp>
      <p:grpSp>
        <p:nvGrpSpPr>
          <p:cNvPr id="47" name="Group 10"/>
          <p:cNvGrpSpPr/>
          <p:nvPr/>
        </p:nvGrpSpPr>
        <p:grpSpPr>
          <a:xfrm>
            <a:off x="225360" y="17303760"/>
            <a:ext cx="9095040" cy="3844080"/>
            <a:chOff x="225360" y="17303760"/>
            <a:chExt cx="9095040" cy="3844080"/>
          </a:xfrm>
        </p:grpSpPr>
        <p:sp>
          <p:nvSpPr>
            <p:cNvPr id="48" name="CustomShape 11"/>
            <p:cNvSpPr/>
            <p:nvPr/>
          </p:nvSpPr>
          <p:spPr>
            <a:xfrm>
              <a:off x="225360" y="17620200"/>
              <a:ext cx="9095040" cy="352764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p:style>
          <p:txBody>
            <a:bodyPr lIns="90000" rIns="90000" tIns="360000" bIns="45000">
              <a:noAutofit/>
            </a:bodyPr>
            <a:p>
              <a:pPr algn="just">
                <a:lnSpc>
                  <a:spcPct val="80000"/>
                </a:lnSpc>
              </a:pPr>
              <a:r>
                <a:rPr b="0" i="1" lang="es-ES_tradnl" sz="1700" spc="-1" strike="noStrike">
                  <a:solidFill>
                    <a:srgbClr val="000000"/>
                  </a:solidFill>
                  <a:latin typeface="Aptos"/>
                  <a:ea typeface="DejaVu Sans"/>
                </a:rPr>
                <a:t>El PCA, análisis cluster, y heatmaps, muestran que los individuos Homer Simpson (1) y Barney Gumpbel (2) muestran expresión inusualmente elevada de los genes POMC, ANO4, LEPR, ADCY3, SH2B1, y PCSK1, todos ellos relacionados con la obesidad (CONFIRMAR). El PC1 (con 12.5% de varianza explicada) es el PC que mejor explica la separación de estos dos individuos y el resto, como confirma el análisis cluster. Además, la expresión de los seis genes mencionados se correlacionan fuertemente a este PC1. La regresión múltiple logística no reveló que los tres PCs que más varianza explicaron en los datos de expresión fueran variables predictoras de la obesidad en la muestra.</a:t>
              </a:r>
              <a:endParaRPr b="0" lang="es-ES" sz="1700" spc="-1" strike="noStrike">
                <a:latin typeface="Arial"/>
              </a:endParaRPr>
            </a:p>
          </p:txBody>
        </p:sp>
        <p:sp>
          <p:nvSpPr>
            <p:cNvPr id="49" name="CustomShape 12"/>
            <p:cNvSpPr/>
            <p:nvPr/>
          </p:nvSpPr>
          <p:spPr>
            <a:xfrm>
              <a:off x="518400" y="17303760"/>
              <a:ext cx="5837400" cy="632160"/>
            </a:xfrm>
            <a:prstGeom prst="roundRect">
              <a:avLst>
                <a:gd name="adj" fmla="val 16667"/>
              </a:avLst>
            </a:prstGeom>
            <a:gradFill rotWithShape="0">
              <a:gsLst>
                <a:gs pos="0">
                  <a:srgbClr val="59c2e3"/>
                </a:gs>
                <a:gs pos="100000">
                  <a:srgbClr val="4196c9"/>
                </a:gs>
              </a:gsLst>
              <a:lin ang="2700000"/>
            </a:gra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es-ES_tradnl" sz="2800" spc="-1" strike="noStrike">
                  <a:solidFill>
                    <a:srgbClr val="ffffff"/>
                  </a:solidFill>
                  <a:latin typeface="Aptos"/>
                  <a:ea typeface="DejaVu Sans"/>
                </a:rPr>
                <a:t>DISCUSIÓN</a:t>
              </a:r>
              <a:endParaRPr b="0" lang="es-ES" sz="2800" spc="-1" strike="noStrike">
                <a:latin typeface="Arial"/>
              </a:endParaRPr>
            </a:p>
          </p:txBody>
        </p:sp>
      </p:grpSp>
      <p:grpSp>
        <p:nvGrpSpPr>
          <p:cNvPr id="50" name="Group 13"/>
          <p:cNvGrpSpPr/>
          <p:nvPr/>
        </p:nvGrpSpPr>
        <p:grpSpPr>
          <a:xfrm>
            <a:off x="9527400" y="17303760"/>
            <a:ext cx="5366160" cy="3844080"/>
            <a:chOff x="9527400" y="17303760"/>
            <a:chExt cx="5366160" cy="3844080"/>
          </a:xfrm>
        </p:grpSpPr>
        <p:sp>
          <p:nvSpPr>
            <p:cNvPr id="51" name="CustomShape 14"/>
            <p:cNvSpPr/>
            <p:nvPr/>
          </p:nvSpPr>
          <p:spPr>
            <a:xfrm>
              <a:off x="9527400" y="17620200"/>
              <a:ext cx="5366160" cy="352764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p:style>
          <p:txBody>
            <a:bodyPr lIns="90000" rIns="90000" tIns="360000" bIns="45000">
              <a:noAutofit/>
            </a:bodyPr>
            <a:p>
              <a:pPr algn="just">
                <a:lnSpc>
                  <a:spcPct val="80000"/>
                </a:lnSpc>
              </a:pPr>
              <a:r>
                <a:rPr b="0" i="1" lang="es-ES_tradnl" sz="1700" spc="-1" strike="noStrike">
                  <a:solidFill>
                    <a:srgbClr val="000000"/>
                  </a:solidFill>
                  <a:latin typeface="Aptos"/>
                  <a:ea typeface="DejaVu Sans"/>
                </a:rPr>
                <a:t>El perfil de expresión de genes de Homer Simpson y Barney Gumpbel se diferencia claramente del resto de la población de Springfield. Esto puede indicar que su obesidad, puede tener una componente genética distinta al resto de población obesa de Springfield. Debido a esta diferencia, el poder predictor del PC1 queda mermado a la hora de modelizar la obesidad en esta muestra.</a:t>
              </a:r>
              <a:endParaRPr b="0" lang="es-ES" sz="1700" spc="-1" strike="noStrike">
                <a:latin typeface="Arial"/>
              </a:endParaRPr>
            </a:p>
          </p:txBody>
        </p:sp>
        <p:sp>
          <p:nvSpPr>
            <p:cNvPr id="52" name="CustomShape 15"/>
            <p:cNvSpPr/>
            <p:nvPr/>
          </p:nvSpPr>
          <p:spPr>
            <a:xfrm>
              <a:off x="9748800" y="17303760"/>
              <a:ext cx="4406400" cy="632160"/>
            </a:xfrm>
            <a:prstGeom prst="roundRect">
              <a:avLst>
                <a:gd name="adj" fmla="val 16667"/>
              </a:avLst>
            </a:prstGeom>
            <a:gradFill rotWithShape="0">
              <a:gsLst>
                <a:gs pos="0">
                  <a:srgbClr val="59c2e3"/>
                </a:gs>
                <a:gs pos="100000">
                  <a:srgbClr val="4196c9"/>
                </a:gs>
              </a:gsLst>
              <a:lin ang="2700000"/>
            </a:gra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1" lang="es-ES_tradnl" sz="2800" spc="-1" strike="noStrike">
                  <a:solidFill>
                    <a:srgbClr val="ffffff"/>
                  </a:solidFill>
                  <a:latin typeface="Aptos"/>
                  <a:ea typeface="DejaVu Sans"/>
                </a:rPr>
                <a:t>CONCLUSIONES</a:t>
              </a:r>
              <a:endParaRPr b="0" lang="es-ES" sz="2800" spc="-1" strike="noStrike">
                <a:latin typeface="Arial"/>
              </a:endParaRPr>
            </a:p>
          </p:txBody>
        </p:sp>
      </p:grpSp>
      <p:pic>
        <p:nvPicPr>
          <p:cNvPr id="53" name="Picture 4" descr=""/>
          <p:cNvPicPr/>
          <p:nvPr/>
        </p:nvPicPr>
        <p:blipFill>
          <a:blip r:embed="rId1"/>
          <a:stretch/>
        </p:blipFill>
        <p:spPr>
          <a:xfrm>
            <a:off x="12550680" y="-95400"/>
            <a:ext cx="2325240" cy="1400040"/>
          </a:xfrm>
          <a:prstGeom prst="rect">
            <a:avLst/>
          </a:prstGeom>
          <a:ln>
            <a:noFill/>
          </a:ln>
        </p:spPr>
      </p:pic>
      <p:grpSp>
        <p:nvGrpSpPr>
          <p:cNvPr id="54" name="Group 16"/>
          <p:cNvGrpSpPr/>
          <p:nvPr/>
        </p:nvGrpSpPr>
        <p:grpSpPr>
          <a:xfrm>
            <a:off x="0" y="-5760"/>
            <a:ext cx="3396600" cy="2302200"/>
            <a:chOff x="0" y="-5760"/>
            <a:chExt cx="3396600" cy="2302200"/>
          </a:xfrm>
        </p:grpSpPr>
        <p:pic>
          <p:nvPicPr>
            <p:cNvPr id="55" name="Imagen 4" descr=""/>
            <p:cNvPicPr/>
            <p:nvPr/>
          </p:nvPicPr>
          <p:blipFill>
            <a:blip r:embed="rId2"/>
            <a:stretch/>
          </p:blipFill>
          <p:spPr>
            <a:xfrm>
              <a:off x="0" y="-5760"/>
              <a:ext cx="3396600" cy="2302200"/>
            </a:xfrm>
            <a:prstGeom prst="rect">
              <a:avLst/>
            </a:prstGeom>
            <a:ln>
              <a:noFill/>
            </a:ln>
          </p:spPr>
        </p:pic>
        <p:sp>
          <p:nvSpPr>
            <p:cNvPr id="56" name="CustomShape 17"/>
            <p:cNvSpPr/>
            <p:nvPr/>
          </p:nvSpPr>
          <p:spPr>
            <a:xfrm>
              <a:off x="677880" y="1086840"/>
              <a:ext cx="1585800" cy="471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sp>
      </p:grpSp>
      <p:sp>
        <p:nvSpPr>
          <p:cNvPr id="57" name="CustomShape 18"/>
          <p:cNvSpPr/>
          <p:nvPr/>
        </p:nvSpPr>
        <p:spPr>
          <a:xfrm>
            <a:off x="677880" y="1320480"/>
            <a:ext cx="13762800" cy="1980360"/>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p:style>
        <p:txBody>
          <a:bodyPr lIns="90000" rIns="90000" tIns="46800" bIns="45000" anchor="ctr">
            <a:noAutofit/>
          </a:bodyPr>
          <a:p>
            <a:pPr algn="ctr">
              <a:lnSpc>
                <a:spcPct val="100000"/>
              </a:lnSpc>
            </a:pPr>
            <a:r>
              <a:rPr b="1" lang="es-ES_tradnl" sz="4000" spc="-1" strike="noStrike">
                <a:solidFill>
                  <a:srgbClr val="ffffff"/>
                </a:solidFill>
                <a:latin typeface="Aptos"/>
                <a:ea typeface="DejaVu Sans"/>
              </a:rPr>
              <a:t>Análisis de bioestadística aplicada a la expresión génica en Los Simpson </a:t>
            </a:r>
            <a:endParaRPr b="0" lang="es-ES" sz="4000" spc="-1" strike="noStrike">
              <a:latin typeface="Arial"/>
            </a:endParaRPr>
          </a:p>
          <a:p>
            <a:pPr algn="ctr">
              <a:lnSpc>
                <a:spcPct val="80000"/>
              </a:lnSpc>
            </a:pPr>
            <a:r>
              <a:rPr b="1" i="1" lang="es-ES_tradnl" sz="2800" spc="-1" strike="noStrike">
                <a:solidFill>
                  <a:srgbClr val="ffffff"/>
                </a:solidFill>
                <a:latin typeface="Aptos"/>
                <a:ea typeface="DejaVu Sans"/>
              </a:rPr>
              <a:t>Estadística y R para Ciencias de la Salud</a:t>
            </a:r>
            <a:endParaRPr b="0" lang="es-ES" sz="2800" spc="-1" strike="noStrike">
              <a:latin typeface="Arial"/>
            </a:endParaRPr>
          </a:p>
          <a:p>
            <a:pPr algn="ctr">
              <a:lnSpc>
                <a:spcPct val="80000"/>
              </a:lnSpc>
            </a:pPr>
            <a:r>
              <a:rPr b="1" i="1" lang="es-ES_tradnl" sz="2000" spc="-1" strike="noStrike">
                <a:solidFill>
                  <a:srgbClr val="ffffff"/>
                </a:solidFill>
                <a:latin typeface="Aptos"/>
                <a:ea typeface="DejaVu Sans"/>
              </a:rPr>
              <a:t>Paula Damián Moral - Paula Sofía Norniella Jamart - Pedro García Sáez - Pedro Manuel Rodríguez Santos - Pilar Navarro Sánchez - Rubén Martín Blázquez </a:t>
            </a:r>
            <a:endParaRPr b="0" lang="es-ES" sz="2000" spc="-1" strike="noStrike">
              <a:latin typeface="Arial"/>
            </a:endParaRPr>
          </a:p>
        </p:txBody>
      </p:sp>
      <p:sp>
        <p:nvSpPr>
          <p:cNvPr id="58" name="CustomShape 19"/>
          <p:cNvSpPr/>
          <p:nvPr/>
        </p:nvSpPr>
        <p:spPr>
          <a:xfrm>
            <a:off x="518400" y="8158320"/>
            <a:ext cx="6691320" cy="632160"/>
          </a:xfrm>
          <a:prstGeom prst="roundRect">
            <a:avLst>
              <a:gd name="adj" fmla="val 16667"/>
            </a:avLst>
          </a:prstGeom>
          <a:solidFill>
            <a:schemeClr val="bg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80000"/>
              </a:lnSpc>
              <a:tabLst>
                <a:tab algn="l" pos="0"/>
              </a:tabLst>
            </a:pPr>
            <a:r>
              <a:rPr b="1" lang="es-ES_tradnl" sz="1800" spc="-1" strike="noStrike">
                <a:solidFill>
                  <a:srgbClr val="4196c9"/>
                </a:solidFill>
                <a:latin typeface="Aptos"/>
                <a:ea typeface="DejaVu Sans"/>
              </a:rPr>
              <a:t>Figura 1. </a:t>
            </a:r>
            <a:r>
              <a:rPr b="0" lang="es-ES_tradnl" sz="1800" spc="-1" strike="noStrike">
                <a:solidFill>
                  <a:srgbClr val="000000"/>
                </a:solidFill>
                <a:latin typeface="Aptos"/>
                <a:ea typeface="DejaVu Sans"/>
              </a:rPr>
              <a:t>Biplot  de contribución de los genes en la variabilidad total</a:t>
            </a:r>
            <a:endParaRPr b="0" lang="es-ES" sz="1800" spc="-1" strike="noStrike">
              <a:latin typeface="Arial"/>
            </a:endParaRPr>
          </a:p>
        </p:txBody>
      </p:sp>
      <p:sp>
        <p:nvSpPr>
          <p:cNvPr id="59" name="CustomShape 20"/>
          <p:cNvSpPr/>
          <p:nvPr/>
        </p:nvSpPr>
        <p:spPr>
          <a:xfrm>
            <a:off x="518400" y="11923560"/>
            <a:ext cx="6691320" cy="632160"/>
          </a:xfrm>
          <a:prstGeom prst="roundRect">
            <a:avLst>
              <a:gd name="adj" fmla="val 16667"/>
            </a:avLst>
          </a:prstGeom>
          <a:solidFill>
            <a:schemeClr val="bg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80000"/>
              </a:lnSpc>
              <a:tabLst>
                <a:tab algn="l" pos="0"/>
              </a:tabLst>
            </a:pPr>
            <a:r>
              <a:rPr b="1" lang="es-ES_tradnl" sz="1800" spc="-1" strike="noStrike">
                <a:solidFill>
                  <a:srgbClr val="4196c9"/>
                </a:solidFill>
                <a:latin typeface="Aptos"/>
                <a:ea typeface="DejaVu Sans"/>
              </a:rPr>
              <a:t>Figura 3. </a:t>
            </a:r>
            <a:r>
              <a:rPr b="0" lang="es-ES_tradnl" sz="1800" spc="-1" strike="noStrike">
                <a:solidFill>
                  <a:srgbClr val="000000"/>
                </a:solidFill>
                <a:latin typeface="Aptos"/>
                <a:ea typeface="DejaVu Sans"/>
              </a:rPr>
              <a:t>Heatmap de expresión génica estandarizada.</a:t>
            </a:r>
            <a:endParaRPr b="0" lang="es-ES" sz="1800" spc="-1" strike="noStrike">
              <a:latin typeface="Arial"/>
            </a:endParaRPr>
          </a:p>
        </p:txBody>
      </p:sp>
      <p:sp>
        <p:nvSpPr>
          <p:cNvPr id="60" name="CustomShape 21"/>
          <p:cNvSpPr/>
          <p:nvPr/>
        </p:nvSpPr>
        <p:spPr>
          <a:xfrm>
            <a:off x="7697520" y="11923560"/>
            <a:ext cx="6691320" cy="632160"/>
          </a:xfrm>
          <a:prstGeom prst="roundRect">
            <a:avLst>
              <a:gd name="adj" fmla="val 16667"/>
            </a:avLst>
          </a:prstGeom>
          <a:solidFill>
            <a:schemeClr val="bg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80000"/>
              </a:lnSpc>
              <a:tabLst>
                <a:tab algn="l" pos="0"/>
              </a:tabLst>
            </a:pPr>
            <a:r>
              <a:rPr b="1" lang="es-ES_tradnl" sz="1800" spc="-1" strike="noStrike">
                <a:solidFill>
                  <a:srgbClr val="4196c9"/>
                </a:solidFill>
                <a:latin typeface="Aptos"/>
                <a:ea typeface="DejaVu Sans"/>
              </a:rPr>
              <a:t>Tabla 1. </a:t>
            </a:r>
            <a:r>
              <a:rPr b="0" lang="es-ES_tradnl" sz="1800" spc="-1" strike="noStrike">
                <a:solidFill>
                  <a:srgbClr val="000000"/>
                </a:solidFill>
                <a:latin typeface="Aptos"/>
                <a:ea typeface="DejaVu Sans"/>
              </a:rPr>
              <a:t>Tabla con resultados del modelo Regresión Logística para la obesidad con Ors, Intervalos de Confianza y p-value.</a:t>
            </a:r>
            <a:endParaRPr b="0" lang="es-ES" sz="1800" spc="-1" strike="noStrike">
              <a:latin typeface="Arial"/>
            </a:endParaRPr>
          </a:p>
        </p:txBody>
      </p:sp>
      <p:pic>
        <p:nvPicPr>
          <p:cNvPr id="61" name="Imagen 12" descr=""/>
          <p:cNvPicPr/>
          <p:nvPr/>
        </p:nvPicPr>
        <p:blipFill>
          <a:blip r:embed="rId3"/>
          <a:stretch/>
        </p:blipFill>
        <p:spPr>
          <a:xfrm>
            <a:off x="677880" y="8830800"/>
            <a:ext cx="4761720" cy="2938320"/>
          </a:xfrm>
          <a:prstGeom prst="rect">
            <a:avLst/>
          </a:prstGeom>
          <a:ln>
            <a:noFill/>
          </a:ln>
        </p:spPr>
      </p:pic>
      <p:pic>
        <p:nvPicPr>
          <p:cNvPr id="62" name="Imagen 19" descr=""/>
          <p:cNvPicPr/>
          <p:nvPr/>
        </p:nvPicPr>
        <p:blipFill>
          <a:blip r:embed="rId4"/>
          <a:stretch/>
        </p:blipFill>
        <p:spPr>
          <a:xfrm>
            <a:off x="972720" y="13101480"/>
            <a:ext cx="5104080" cy="3149640"/>
          </a:xfrm>
          <a:prstGeom prst="rect">
            <a:avLst/>
          </a:prstGeom>
          <a:ln>
            <a:noFill/>
          </a:ln>
        </p:spPr>
      </p:pic>
      <p:pic>
        <p:nvPicPr>
          <p:cNvPr id="63" name="Imagen 27" descr=""/>
          <p:cNvPicPr/>
          <p:nvPr/>
        </p:nvPicPr>
        <p:blipFill>
          <a:blip r:embed="rId5"/>
          <a:stretch/>
        </p:blipFill>
        <p:spPr>
          <a:xfrm>
            <a:off x="8077320" y="12556800"/>
            <a:ext cx="5502240" cy="4511520"/>
          </a:xfrm>
          <a:prstGeom prst="rect">
            <a:avLst/>
          </a:prstGeom>
          <a:ln>
            <a:noFill/>
          </a:ln>
        </p:spPr>
      </p:pic>
      <p:sp>
        <p:nvSpPr>
          <p:cNvPr id="64" name="CustomShape 22"/>
          <p:cNvSpPr/>
          <p:nvPr/>
        </p:nvSpPr>
        <p:spPr>
          <a:xfrm>
            <a:off x="7697520" y="8158320"/>
            <a:ext cx="6691320" cy="632160"/>
          </a:xfrm>
          <a:prstGeom prst="roundRect">
            <a:avLst>
              <a:gd name="adj" fmla="val 16667"/>
            </a:avLst>
          </a:prstGeom>
          <a:solidFill>
            <a:schemeClr val="bg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80000"/>
              </a:lnSpc>
              <a:tabLst>
                <a:tab algn="l" pos="0"/>
              </a:tabLst>
            </a:pPr>
            <a:r>
              <a:rPr b="1" lang="es-ES_tradnl" sz="1800" spc="-1" strike="noStrike">
                <a:solidFill>
                  <a:srgbClr val="4196c9"/>
                </a:solidFill>
                <a:latin typeface="Aptos"/>
                <a:ea typeface="DejaVu Sans"/>
              </a:rPr>
              <a:t>Figura 2. </a:t>
            </a:r>
            <a:r>
              <a:rPr b="0" lang="es-ES_tradnl" sz="1800" spc="-1" strike="noStrike">
                <a:solidFill>
                  <a:srgbClr val="000000"/>
                </a:solidFill>
                <a:latin typeface="Aptos"/>
                <a:ea typeface="DejaVu Sans"/>
              </a:rPr>
              <a:t>Clustering jerárquico basado en los primeros 6 PCAs.</a:t>
            </a:r>
            <a:endParaRPr b="0" lang="es-ES" sz="1800" spc="-1" strike="noStrike">
              <a:latin typeface="Arial"/>
            </a:endParaRPr>
          </a:p>
        </p:txBody>
      </p:sp>
      <p:pic>
        <p:nvPicPr>
          <p:cNvPr id="65" name="Imagen 11" descr=""/>
          <p:cNvPicPr/>
          <p:nvPr/>
        </p:nvPicPr>
        <p:blipFill>
          <a:blip r:embed="rId6"/>
          <a:stretch/>
        </p:blipFill>
        <p:spPr>
          <a:xfrm>
            <a:off x="8817840" y="8791200"/>
            <a:ext cx="4322520" cy="308736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FF8D81-72FC-452A-A72A-98522D59D5C9}">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2.xml><?xml version="1.0" encoding="utf-8"?>
<ds:datastoreItem xmlns:ds="http://schemas.openxmlformats.org/officeDocument/2006/customXml" ds:itemID="{F0E4AC05-6E48-496A-9B4A-D9E0A4517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FA9EA36-75B9-47E0-B3F6-D548E75A2A5A}">
  <ds:schemaRefs>
    <ds:schemaRef ds:uri="http://schemas.microsoft.com/sharepoint/v3/contenttype/forms"/>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157</TotalTime>
  <Application>LibreOffice/6.4.5.2$Windows_X86_64 LibreOffice_project/a726b36747cf2001e06b58ad5db1aa3a9a1872d6</Application>
  <Words>437</Words>
  <Paragraphs>17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2025-04-21T10:03:24Z</dcterms:created>
  <dc:creator>Victor  de la O Pascual</dc:creator>
  <dc:description/>
  <dc:language>es-ES</dc:language>
  <cp:lastModifiedBy/>
  <dcterms:modified xsi:type="dcterms:W3CDTF">2026-01-25T22:18:00Z</dcterms:modified>
  <cp:revision>27</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0x010100DF3D7C797EA12745A270EF30E38719B9</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MediaServiceImageTags">
    <vt:lpwstr/>
  </property>
  <property fmtid="{D5CDD505-2E9C-101B-9397-08002B2CF9AE}" pid="9" name="Notes">
    <vt:i4>0</vt:i4>
  </property>
  <property fmtid="{D5CDD505-2E9C-101B-9397-08002B2CF9AE}" pid="10" name="PresentationFormat">
    <vt:lpwstr>Personalizado</vt:lpwstr>
  </property>
  <property fmtid="{D5CDD505-2E9C-101B-9397-08002B2CF9AE}" pid="11" name="ScaleCrop">
    <vt:bool>0</vt:bool>
  </property>
  <property fmtid="{D5CDD505-2E9C-101B-9397-08002B2CF9AE}" pid="12" name="ShareDoc">
    <vt:bool>0</vt:bool>
  </property>
  <property fmtid="{D5CDD505-2E9C-101B-9397-08002B2CF9AE}" pid="13" name="Slides">
    <vt:i4>1</vt:i4>
  </property>
</Properties>
</file>